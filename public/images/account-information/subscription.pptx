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1252-AA4B-F9E0-1916-2300A666A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7C8A2-CAA7-72E4-BD78-2D8648937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7C5AC-117F-EAE3-986B-7D0EF9A1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7DCE8-DC8C-396A-CD34-9EF6E0C2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BC9B7-9E5B-A42E-2940-F842BC5F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6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023CD-C608-89F7-0BEF-970371DB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1A97-DD42-9EFA-BF73-F963F653F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A287-BD68-BB31-0759-36082ED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B2B09-9FE3-AAF4-9DC2-129A3369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3B675-BBC5-AC31-5427-A4B6D15C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5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35B7-42BA-3918-EAFB-FAA32439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31692-1B75-1430-2955-BB6DD438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DE58F-22E4-A006-1931-AF252773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7B52C-E100-C673-5B3E-2AAD3869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7F66A-386E-9547-AF41-1D08DB65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9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2CE4-06DA-51D4-BD68-5BCDB056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83692-9BBB-00FC-355D-2B752EB54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F99E-B52B-1947-B468-79D380892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947F4-924B-48DC-16D7-1B4B3077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23708-10E7-E25B-FA4D-EFFF9F00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172CE-ABCB-66BB-A597-F9EC5F07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6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46E4-1C8E-89C7-EE96-73653DE8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6FB7A-A56C-F107-4999-FE5CA793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AAC24-586E-5E76-09A4-C92CE29F5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8345C-2707-D1AA-D52E-9FB75BFCC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C0D09-D3B0-7ED5-0E84-A6707ABAD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46ADB-F04A-A530-9B57-73FA238E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7BA75-D28E-2942-3047-59A68C19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9130E-9293-FA44-5487-C5C9C432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4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1293-E4CF-6A21-04E2-78EA53CE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B1EF0-520E-E4D8-E62A-768F826A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23099-10F2-449B-F9E9-DCD7903A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A595E-8E57-14E8-BD57-AADF3E2C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0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27AC3B-E71B-9A1C-7B1B-8F8D2D87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7C8D3-9BA8-233F-14D6-6A3609C0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3BF1F-33AE-0E50-1148-E835E5B2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0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FA87-FA68-F43C-2162-5E4DB875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F2FEC-3B8E-0671-4F3E-F0BFF2E1D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019B1-9376-084E-7068-4816082EE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EBE15-6B04-65E0-316A-7AD3D972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10077-17B5-EA86-1313-F84A8D663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51FD8-E0C6-048B-A61D-A4210EBE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4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218E-4478-D7E2-EC17-2700DC5A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623715-B0C5-762C-5627-C1F7D0389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3398A-7248-5651-9B3C-B272CB433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88FAF-4008-F1C6-71A2-71692651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45944-910E-23F5-7627-10EB8883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5F60D-2C90-629D-0FD0-B8FD11B1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6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DC65-635E-C0AB-C4B5-5D5BE289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4751B-4171-B28B-2C7E-D0C53AF5B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80B82-FBE4-60F9-98AE-3F83F65A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CCB93-D401-5752-98FD-11CD8440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1D451-C9DC-1595-4CB4-2461C402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1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FE92E-71CC-2383-A730-598DC7EBB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A0E9B-5305-3108-02C6-5E24416BD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2E6FF-7B4B-E9E0-CFD5-C27F158B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E167A-0BB7-E10F-1455-49C83150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55912-9B24-D5B0-48D8-42CD2D9F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2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286F4-F1AD-CE8D-018E-676BF3F9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E4461-F011-DC8B-6B03-E88574842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0A9-9828-BBFA-90AA-010F5F42A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24AC8-025E-419D-8B6F-FAD037A285E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9B86-7A3F-9715-F683-59734067D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F91B1-3ECE-7690-FC70-677512BDA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6CFD5-8289-45FA-BDA8-80A64D131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0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C20B038-7AD3-2A71-FC99-359887BC7C82}"/>
              </a:ext>
            </a:extLst>
          </p:cNvPr>
          <p:cNvGrpSpPr/>
          <p:nvPr/>
        </p:nvGrpSpPr>
        <p:grpSpPr>
          <a:xfrm>
            <a:off x="1235869" y="707230"/>
            <a:ext cx="9622632" cy="5272089"/>
            <a:chOff x="1235869" y="707230"/>
            <a:chExt cx="9622632" cy="527208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4BC9EC1-BD50-5728-9562-829598963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137" t="10312" r="10937" b="12812"/>
            <a:stretch/>
          </p:blipFill>
          <p:spPr>
            <a:xfrm>
              <a:off x="1235869" y="707230"/>
              <a:ext cx="9622632" cy="527208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F7FE3C-1A21-2F55-9A5D-CBAEAF473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137" t="82812" r="10937" b="12813"/>
            <a:stretch/>
          </p:blipFill>
          <p:spPr>
            <a:xfrm>
              <a:off x="1235869" y="5679280"/>
              <a:ext cx="9622632" cy="300039"/>
            </a:xfrm>
            <a:prstGeom prst="rect">
              <a:avLst/>
            </a:prstGeom>
          </p:spPr>
        </p:pic>
        <p:pic>
          <p:nvPicPr>
            <p:cNvPr id="8" name="Graphic 7" descr="Arrow: Slight curve with solid fill">
              <a:extLst>
                <a:ext uri="{FF2B5EF4-FFF2-40B4-BE49-F238E27FC236}">
                  <a16:creationId xmlns:a16="http://schemas.microsoft.com/office/drawing/2014/main" id="{4239605A-D910-5571-CD3E-CF7B9C2B1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8727115">
              <a:off x="6156976" y="5283415"/>
              <a:ext cx="616825" cy="406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14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Gomez</dc:creator>
  <cp:lastModifiedBy>Joy Gomez</cp:lastModifiedBy>
  <cp:revision>1</cp:revision>
  <dcterms:created xsi:type="dcterms:W3CDTF">2025-02-23T05:16:54Z</dcterms:created>
  <dcterms:modified xsi:type="dcterms:W3CDTF">2025-02-23T05:33:24Z</dcterms:modified>
</cp:coreProperties>
</file>