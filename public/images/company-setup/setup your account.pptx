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4" y="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9A18A-3D32-6F09-68C8-BDB03B173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F5C4A-F63F-869D-B300-7916484D2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2FB5C-35D0-6668-BED5-02075F55D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7941C-3270-5C1D-9446-4AB52621E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A26B5-7579-0D1A-49D4-BE6FDB63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8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1C8BB-2CF3-6742-DBFF-DA6A7E259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97FD2-ACC3-ACC8-573A-E83F76370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FD8A2-49E4-24CF-A97D-553B37DD6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60684-4C58-33E8-D251-F0CD4B446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B723C-557A-8A3B-A152-488BCB10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48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745BA-AC1E-1464-A64C-27E29878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3B5BB-1145-E711-B182-36EBB1554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F1DD-B4A6-D45F-F12B-CAB9C5B0F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872EC-BFD7-A4D5-51E4-55BBD509D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316F6-3098-7670-9BD1-A9966CA60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97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CD9AF-2288-8EC5-3AFE-66B76AC29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6B007-F785-30B7-6756-9564916D6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2543C4-A390-39F8-A46E-BF598AD3E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24125-5E54-05CB-2583-A2741C46C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DC69C-4FBC-5380-5305-E32823D1F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962519-84AD-EA7B-74A3-9EF70A95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2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26DAA-67B8-55A5-5D8B-E0BEF4D68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598964-EA87-12F4-77D0-D2EF5189E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034FD8-09D5-79F1-D0AF-7473CD5D2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686F8-2702-1B4F-D619-8B8E59BAA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195C46-BF6E-99AA-926F-61FDB858C2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EF1EE-1FA7-3150-7338-36EBEF270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72F49A-8F42-3A33-9026-39B9E5188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4C643B-2A30-A5AA-0DC0-AEC98810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81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6AD4-368D-0716-DD4C-509894BFB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E7401-41B0-D743-5D0C-677FEB4E3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8EF1A3-0DB8-59D5-DCFB-31EC77651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3376B2-388C-D85C-0D2C-693FE30E2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537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10279C-E5EA-DC23-4D59-8561A2092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9D7E6B-4B04-4A20-055F-9425C7F0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036CB-D59E-4B7F-26AF-BC1AC2124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91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0CB15-00D6-5B17-A0F2-5471774F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8909-6D81-2917-9D27-AC69433D3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3B1339-BE94-B956-4F74-CAC2612D8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BADA0-7269-C232-CD9C-03B82A76A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68804-4512-3D64-BBA8-441D4FB97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0755A-F6C9-8EA2-382F-9BD887C7E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4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0A644-E1AD-3343-6514-FC0426688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362A57-F101-63F5-B64A-6868A1AC9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28A4C2-5387-FE40-29AF-60B3001F5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49707-52CA-655E-57F0-8558C85C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F7FAC1-34EA-3CAF-18FE-5434DEBDA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08F3B7-3AF8-B4A6-C041-D4070F03E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3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EA718-A8D1-67D5-FD37-4CA8194D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6CC07-6E2B-A625-E9DE-1CFF50E18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0A9F8-DD68-021F-E8E1-5024448AB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FE2C9-5EAD-DFCB-35A5-AB5DC770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ED778-08AC-A2B4-ABFE-E54D378A1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0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D1BADB-9CA4-2AB5-A109-BCC085A262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E9308-07A6-4019-D410-D953D1A4D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9683F-B66D-E40B-F7D5-1007A48F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B3C1D-A4F3-F1DD-BC12-33F73C8FE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E1C35-D3E0-8F0E-E315-CA0D3EC72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C864CA-ECCF-DCF9-60B4-351DD1B0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CFB8E-4070-63D4-F28E-368E89513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56186-5141-E454-08C3-F3B6551961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B5E50-EC8D-4CCB-8B9C-3AFE52C42E33}" type="datetimeFigureOut">
              <a:rPr lang="en-US" smtClean="0"/>
              <a:t>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8872EB-558B-C10C-2B72-0BA4B7E04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F374D-8E7C-AB74-6BD0-6585D1FBD9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7F183B-1009-4E8F-B9E9-29E20CBAB2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A42153-9932-348C-F176-CF463B5162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13" b="4782"/>
          <a:stretch/>
        </p:blipFill>
        <p:spPr>
          <a:xfrm>
            <a:off x="609600" y="268356"/>
            <a:ext cx="10972800" cy="62616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45DB6E-C01D-FEF3-6A2F-9A01C35FD65F}"/>
              </a:ext>
            </a:extLst>
          </p:cNvPr>
          <p:cNvSpPr txBox="1"/>
          <p:nvPr/>
        </p:nvSpPr>
        <p:spPr>
          <a:xfrm>
            <a:off x="0" y="0"/>
            <a:ext cx="1988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Company settings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2C26E35-0120-B49F-C92D-AD8279B452D3}"/>
              </a:ext>
            </a:extLst>
          </p:cNvPr>
          <p:cNvCxnSpPr/>
          <p:nvPr/>
        </p:nvCxnSpPr>
        <p:spPr>
          <a:xfrm flipH="1">
            <a:off x="1560443" y="4383157"/>
            <a:ext cx="208722" cy="3081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952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FC1D39-5834-5166-D764-CC482A704FFE}"/>
              </a:ext>
            </a:extLst>
          </p:cNvPr>
          <p:cNvSpPr txBox="1"/>
          <p:nvPr/>
        </p:nvSpPr>
        <p:spPr>
          <a:xfrm>
            <a:off x="0" y="0"/>
            <a:ext cx="1597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 Users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8A49E3-178B-49BF-4EED-D6ADCBD30A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55" t="10312" r="10937" b="13125"/>
          <a:stretch/>
        </p:blipFill>
        <p:spPr>
          <a:xfrm>
            <a:off x="1250156" y="707231"/>
            <a:ext cx="9608344" cy="52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5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F54B27-C224-9F69-198F-95B87AC41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13" t="14493" r="20592" b="11304"/>
          <a:stretch/>
        </p:blipFill>
        <p:spPr>
          <a:xfrm>
            <a:off x="2875722" y="884582"/>
            <a:ext cx="6440556" cy="50888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E4AAFB-D282-4E0E-C5B9-F75340F96EED}"/>
              </a:ext>
            </a:extLst>
          </p:cNvPr>
          <p:cNvSpPr txBox="1"/>
          <p:nvPr/>
        </p:nvSpPr>
        <p:spPr>
          <a:xfrm>
            <a:off x="0" y="0"/>
            <a:ext cx="1597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 Users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B8A985-30AF-CE71-93EF-2CFF41A15A6A}"/>
              </a:ext>
            </a:extLst>
          </p:cNvPr>
          <p:cNvCxnSpPr/>
          <p:nvPr/>
        </p:nvCxnSpPr>
        <p:spPr>
          <a:xfrm flipH="1">
            <a:off x="6798365" y="3533359"/>
            <a:ext cx="208722" cy="3081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511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D5343E2-9DE6-D187-9FE7-C1B7AF0F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69" b="4637"/>
          <a:stretch/>
        </p:blipFill>
        <p:spPr>
          <a:xfrm>
            <a:off x="609600" y="258417"/>
            <a:ext cx="10972800" cy="62815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07BABA-2056-80A9-3177-E5152B578615}"/>
              </a:ext>
            </a:extLst>
          </p:cNvPr>
          <p:cNvSpPr txBox="1"/>
          <p:nvPr/>
        </p:nvSpPr>
        <p:spPr>
          <a:xfrm>
            <a:off x="0" y="0"/>
            <a:ext cx="1487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Manage Lists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C03877-ACFB-11A3-AF77-E5D4D6D6C87F}"/>
              </a:ext>
            </a:extLst>
          </p:cNvPr>
          <p:cNvCxnSpPr/>
          <p:nvPr/>
        </p:nvCxnSpPr>
        <p:spPr>
          <a:xfrm flipH="1">
            <a:off x="1669774" y="4904959"/>
            <a:ext cx="208722" cy="3081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879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C06FF88-D274-0147-E0F6-257E09D9A32C}"/>
              </a:ext>
            </a:extLst>
          </p:cNvPr>
          <p:cNvGrpSpPr/>
          <p:nvPr/>
        </p:nvGrpSpPr>
        <p:grpSpPr>
          <a:xfrm>
            <a:off x="609600" y="268357"/>
            <a:ext cx="10972800" cy="6291470"/>
            <a:chOff x="609600" y="268357"/>
            <a:chExt cx="10972800" cy="629147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9F20A1D-8698-AAD5-4B66-2FF5925913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913" b="4348"/>
            <a:stretch/>
          </p:blipFill>
          <p:spPr>
            <a:xfrm>
              <a:off x="609600" y="268357"/>
              <a:ext cx="10972800" cy="6291470"/>
            </a:xfrm>
            <a:prstGeom prst="rect">
              <a:avLst/>
            </a:prstGeom>
          </p:spPr>
        </p:pic>
        <p:pic>
          <p:nvPicPr>
            <p:cNvPr id="2" name="Graphic 1" descr="Arrow: Slight curve with solid fill">
              <a:extLst>
                <a:ext uri="{FF2B5EF4-FFF2-40B4-BE49-F238E27FC236}">
                  <a16:creationId xmlns:a16="http://schemas.microsoft.com/office/drawing/2014/main" id="{5186709B-75C0-5621-35D5-C96439971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8727115">
              <a:off x="9397339" y="302950"/>
              <a:ext cx="616825" cy="406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71655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5E5A0B-D4F7-F102-A63E-214B3ABBC584}"/>
              </a:ext>
            </a:extLst>
          </p:cNvPr>
          <p:cNvSpPr txBox="1"/>
          <p:nvPr/>
        </p:nvSpPr>
        <p:spPr>
          <a:xfrm>
            <a:off x="0" y="0"/>
            <a:ext cx="4643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Integrations – Sync with QuickBooks Desktop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CB98B-EE92-B6B5-F397-6906E33E792E}"/>
              </a:ext>
            </a:extLst>
          </p:cNvPr>
          <p:cNvSpPr txBox="1"/>
          <p:nvPr/>
        </p:nvSpPr>
        <p:spPr>
          <a:xfrm>
            <a:off x="3667539" y="3059668"/>
            <a:ext cx="365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Put the video from existing tutorials</a:t>
            </a:r>
          </a:p>
        </p:txBody>
      </p:sp>
    </p:spTree>
    <p:extLst>
      <p:ext uri="{BB962C8B-B14F-4D97-AF65-F5344CB8AC3E}">
        <p14:creationId xmlns:p14="http://schemas.microsoft.com/office/powerpoint/2010/main" val="2526109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67548-04FC-3451-835D-4B4A23E84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8CD2B6-AAEE-51D7-26C3-A4C810A67DBB}"/>
              </a:ext>
            </a:extLst>
          </p:cNvPr>
          <p:cNvSpPr txBox="1"/>
          <p:nvPr/>
        </p:nvSpPr>
        <p:spPr>
          <a:xfrm>
            <a:off x="0" y="0"/>
            <a:ext cx="324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Integrations – Google Calendar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D2F01-02CA-A7AD-DE5F-DBD63E5F6C5E}"/>
              </a:ext>
            </a:extLst>
          </p:cNvPr>
          <p:cNvSpPr txBox="1"/>
          <p:nvPr/>
        </p:nvSpPr>
        <p:spPr>
          <a:xfrm>
            <a:off x="3667539" y="3059668"/>
            <a:ext cx="447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Put all the images from the current tutorials</a:t>
            </a:r>
          </a:p>
        </p:txBody>
      </p:sp>
    </p:spTree>
    <p:extLst>
      <p:ext uri="{BB962C8B-B14F-4D97-AF65-F5344CB8AC3E}">
        <p14:creationId xmlns:p14="http://schemas.microsoft.com/office/powerpoint/2010/main" val="368219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</TotalTime>
  <Words>32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Joy Gomez</dc:creator>
  <cp:lastModifiedBy>Joy Gomez</cp:lastModifiedBy>
  <cp:revision>2</cp:revision>
  <dcterms:created xsi:type="dcterms:W3CDTF">2025-02-21T00:36:20Z</dcterms:created>
  <dcterms:modified xsi:type="dcterms:W3CDTF">2025-02-23T06:07:21Z</dcterms:modified>
</cp:coreProperties>
</file>