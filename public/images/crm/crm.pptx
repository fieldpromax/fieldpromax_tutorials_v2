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48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6C4E4-C62F-C8DA-90B4-E09A7BE4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0C8F8-126D-A820-B2D8-89AAE6FD4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13548-73ED-0A53-DB28-18AF4E479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6B3AE-0F24-FD6C-6DA6-11FAFA11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76C7F-6CD8-6157-9D5B-687452BD8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27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F4CE-53EB-1EDA-D682-724036181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B56B-F67D-9D8D-2C4B-BFBACAF7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D1DD7-8468-792B-F51F-000CB4DA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F47E3-BAF7-FA51-E393-D678288C8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719-3654-E5B2-10E7-553A51274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56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6ADA-A07C-BE61-CEFB-20B1DECE4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623A4-2F7B-625F-EED5-2ACE6215B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42F7A-2A21-C97F-A591-528F0DBD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E93D-C2CE-BE33-7261-CC859FD8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3AB44-4D11-83E7-8B20-DAB2DA83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6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4667-840C-B5B9-BAB7-B738CFC1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7EA9-70BE-8440-8A46-F1165CC0B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B5167-7863-C771-816A-A999D4B0F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A526D-73CB-3A10-548B-629095F6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C2F6B-B67C-A73C-8B4F-F68E6C34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71C92-C324-2795-A10D-D7CEA019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2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4638-4B6E-BD87-227A-ED9923A6B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46D99-5A1D-1FA8-776A-DAE7609A2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A52D0-9521-DC7E-078E-E542FACAC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9643B9-1B2E-56DE-598E-C55C33B36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F7901-0013-4441-182F-38664CC1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10AB3-179F-67EC-42B8-A0793ED17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EFEAF-8019-1B43-9D68-9C9DCBCDC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97224-FC14-87A0-BBFB-496E2CA7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82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7EE5F-E99D-DCAC-665E-1B0405BB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9ED1D-164F-C0D3-841A-EC2E186B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12075F-635A-AA42-E54B-A1BA587CC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3A4A5-1757-7B18-9307-6CF36685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BB24E-4F96-4CE5-EA08-F346768E6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19B7B-30F6-1F3D-60DA-35A8F1E69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EE94D-1778-1C25-5B03-4FC00732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3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49DC-3DB5-F950-99A4-327E26BF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7C5F0-3452-C7AA-01FA-8926DB409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39722-F190-EBA8-3BA0-097FAA832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B6E25-6370-4F78-CCCF-955421F6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140AE-F09C-F2A6-3188-E53CB5E2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B17C5-D309-7D28-B07E-C01A0424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96F4-98D7-5F1C-9C4E-F985B56A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9F8C5-CFBE-2E1C-AC7F-384A91005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943FA-C5BB-F2B7-AD55-EA0CBCCA6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76ACF-E48E-AEC5-9550-3C81B9BD3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C87B3-9258-8695-5763-6C07D126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E44BF-6D47-30B0-1391-7E664A21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82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6934-78FE-738D-13D5-702821D4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EE4BB-74B3-A244-6701-CF6824857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A4B6E-C9EA-85DF-3271-FE391554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57EE2-8DA4-F076-1921-8E512CE0A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E486F-9156-7378-1535-51EAAF28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95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B5574-34CE-A6B6-237C-62810230D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7D87A-8855-1B21-A51C-B8993BDD3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2BA42-0E47-5315-FB1C-376B1844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B16A6-1C2A-7E73-9B2F-03A3EE04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8180F-0DE2-F2F6-1A63-EA9441DF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9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A70AA-2C69-03BC-BF83-B06873A2C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48F57-4A32-CEAB-11E6-136DA2F06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08545-A9E3-E1E2-991F-07D2CC01E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4A45B-7ED1-75F0-3E9E-CF86F3458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722CD-453E-416B-AB15-D70498501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AFBF4BF-56B7-D392-DBCD-9E9195AB19C1}"/>
              </a:ext>
            </a:extLst>
          </p:cNvPr>
          <p:cNvGrpSpPr/>
          <p:nvPr/>
        </p:nvGrpSpPr>
        <p:grpSpPr>
          <a:xfrm>
            <a:off x="1828800" y="985838"/>
            <a:ext cx="8572500" cy="5357812"/>
            <a:chOff x="1828800" y="985838"/>
            <a:chExt cx="8572500" cy="53578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E5C96F7-3186-8FAE-9242-96AC0467D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5001" t="14375" r="14686" b="7500"/>
            <a:stretch/>
          </p:blipFill>
          <p:spPr>
            <a:xfrm>
              <a:off x="1828800" y="985838"/>
              <a:ext cx="8572500" cy="535781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37FF9C-8AB7-943D-47EC-9F1A87E4511D}"/>
                </a:ext>
              </a:extLst>
            </p:cNvPr>
            <p:cNvSpPr/>
            <p:nvPr/>
          </p:nvSpPr>
          <p:spPr>
            <a:xfrm>
              <a:off x="7215963" y="3976577"/>
              <a:ext cx="1332614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89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AF76B0-7E88-D946-77C2-34CE366B88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46" t="12500" r="21836" b="38541"/>
          <a:stretch/>
        </p:blipFill>
        <p:spPr>
          <a:xfrm>
            <a:off x="2407444" y="857250"/>
            <a:ext cx="7122319" cy="335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864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 Gomez</dc:creator>
  <cp:lastModifiedBy>Joy Gomez</cp:lastModifiedBy>
  <cp:revision>1</cp:revision>
  <dcterms:created xsi:type="dcterms:W3CDTF">2025-02-22T18:22:59Z</dcterms:created>
  <dcterms:modified xsi:type="dcterms:W3CDTF">2025-02-23T00:51:34Z</dcterms:modified>
</cp:coreProperties>
</file>