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88" d="100"/>
          <a:sy n="88" d="100"/>
        </p:scale>
        <p:origin x="52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2C784-B7EB-3A52-DBF3-4720F5082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E15A49-E71D-3183-7855-F2C144675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0517E-2275-E23D-23C5-2A7C85AAE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ABD68-BFCE-89C7-7C30-3616911C7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D37E8-B9DE-AD82-709E-A3F23E209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792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BA04E-90EF-5D3F-B0D1-D2C477ED0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C3DF7-14CB-C571-700F-DF296DEE8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DBA98-DE7A-A786-41F4-3583A5B35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EEEF2-2AF6-4C15-EE0A-41DCC1C11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3792A-0633-BF45-772E-FFDB6CD60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45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DF2A5-DDAA-84E6-E348-6EF9A6B2A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44B71-5258-1472-F62E-55489A64A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08F73-328A-E556-AE0E-2C76CDCB4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FA68E-A064-10A0-0903-7FAAB8E67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53024-343C-5163-40F5-3103D4591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954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92FAB-0F1B-613F-8C52-0D0347664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560CC-4D57-536D-33CE-DF6A8A1F1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D2724-2285-41E8-3263-8E7776844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8969A-33CB-1827-6E66-7DC50CCAE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CE3B7-47DC-2261-A2FB-46A3CCF13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41F12-AD8C-087F-7882-861B48D79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47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208BD-ACFD-C08F-E3BB-E79CECCE9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5495A-629D-B7B1-F74C-E0D823151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2F68F2-22B7-56DA-F897-CA4AF470A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D7CC77-A4DC-FB6A-5BB7-45156B10FF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EB830-1ECE-1E98-6186-62D0A049A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A87166-4E69-E5A5-D58A-04912020C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868955-7BC7-1079-DD7F-B998F31CF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12D34-18AA-0BE0-5A83-8F317AAE1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55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07D94-1271-3E63-C4B3-2DFCE7F59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A8D464-683F-E704-6FED-19B867223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53BE8-8E00-0754-A37F-B61692361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0DB15-F780-8150-0CFC-5791AD27B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21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7FE39C-64C4-1DCB-A5FE-892BD84C0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70BEC5-778F-0DE5-1625-317389B23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917A7-1F93-E32A-9D86-C4CFB7918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23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F6C9B-37EE-AF1C-6756-997CB547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A2F04-CF9D-1D46-CCEA-4890132DA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4EC248-EC32-7A35-17BE-B60477311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03A073-A59B-7834-25FC-D419C07CB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DC30E-E3B0-ACFB-2410-599737368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8F84D7-8412-F15B-71A4-1DF67954E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46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07256-D307-D8CF-4D55-9597B3950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6F073B-2133-E06B-74BD-455F3DB98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11443-F0DD-106F-CD1D-420B2714B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6FAD3-3274-4CD5-AC4C-527503AD3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637EA-6508-434C-DAA0-A78408654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C979A-5DE2-B216-76E0-76D530498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9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A879A-B9FE-06B8-D343-C3F91413A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774A12-3B1B-BFCE-1248-CB3DC279C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79DC8-A2CB-C371-40B2-0D544B7B4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4EDC9-824B-4132-EBE4-C1654AC83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B5D39-784A-4E0F-2844-B20FE25E6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57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4C605C-3D03-2238-C27C-9F56063073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CAD0A-0BB3-7B10-E812-14BC56254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B6C22-78ED-046D-3ADF-958225161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ABF7A-C1BB-6F21-6E6F-48A42C3F0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412E9-D773-BE78-934C-BE59394F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75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1E4409-E03A-E68B-D820-1CA0D649D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3E3CB-97C9-7919-F6FD-B59533BB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344C9-7B00-FDF3-2941-0301C026A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A542B2-C5F7-4662-AC98-B6F916B9B98E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8E331-F5C6-5F9C-931B-617E48EBBF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C14D1-C6F2-16FB-3B0A-CE0FBDCE30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3CF700-DC0C-4F37-8296-27AEA6611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64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49A228-4A70-970B-7C5A-BDE88E805D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68" b="10317"/>
          <a:stretch/>
        </p:blipFill>
        <p:spPr>
          <a:xfrm>
            <a:off x="609600" y="272142"/>
            <a:ext cx="10972800" cy="587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084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26EBB8-CF63-6FB9-3AD7-E7FA3B009D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09" b="9683"/>
          <a:stretch/>
        </p:blipFill>
        <p:spPr>
          <a:xfrm>
            <a:off x="609600" y="261256"/>
            <a:ext cx="10972800" cy="5932715"/>
          </a:xfrm>
          <a:prstGeom prst="rect">
            <a:avLst/>
          </a:prstGeom>
        </p:spPr>
      </p:pic>
      <p:pic>
        <p:nvPicPr>
          <p:cNvPr id="11" name="Graphic 10" descr="Arrow: Slight curve with solid fill">
            <a:extLst>
              <a:ext uri="{FF2B5EF4-FFF2-40B4-BE49-F238E27FC236}">
                <a16:creationId xmlns:a16="http://schemas.microsoft.com/office/drawing/2014/main" id="{F43574DE-7AC3-F65C-CD97-7CAD66FF21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727115">
            <a:off x="2663386" y="1396768"/>
            <a:ext cx="616825" cy="40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58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ADF970-06F0-2152-F4D6-48BC8C2C74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27" b="10159"/>
          <a:stretch/>
        </p:blipFill>
        <p:spPr>
          <a:xfrm>
            <a:off x="609600" y="283029"/>
            <a:ext cx="10972800" cy="5878286"/>
          </a:xfrm>
          <a:prstGeom prst="rect">
            <a:avLst/>
          </a:prstGeom>
        </p:spPr>
      </p:pic>
      <p:pic>
        <p:nvPicPr>
          <p:cNvPr id="8" name="Graphic 7" descr="Arrow: Slight curve with solid fill">
            <a:extLst>
              <a:ext uri="{FF2B5EF4-FFF2-40B4-BE49-F238E27FC236}">
                <a16:creationId xmlns:a16="http://schemas.microsoft.com/office/drawing/2014/main" id="{FB425644-2159-0CF5-335E-D17CA752CC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727115">
            <a:off x="2663386" y="2883117"/>
            <a:ext cx="616825" cy="406859"/>
          </a:xfrm>
          <a:prstGeom prst="rect">
            <a:avLst/>
          </a:prstGeom>
        </p:spPr>
      </p:pic>
      <p:pic>
        <p:nvPicPr>
          <p:cNvPr id="9" name="Graphic 8" descr="Arrow: Slight curve with solid fill">
            <a:extLst>
              <a:ext uri="{FF2B5EF4-FFF2-40B4-BE49-F238E27FC236}">
                <a16:creationId xmlns:a16="http://schemas.microsoft.com/office/drawing/2014/main" id="{9FB93952-A9C0-9BB1-C0B4-6882ACDF92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727115">
            <a:off x="6636671" y="4806524"/>
            <a:ext cx="616825" cy="406859"/>
          </a:xfrm>
          <a:prstGeom prst="rect">
            <a:avLst/>
          </a:prstGeom>
        </p:spPr>
      </p:pic>
      <p:pic>
        <p:nvPicPr>
          <p:cNvPr id="12" name="Graphic 11" descr="Arrow: Slight curve with solid fill">
            <a:extLst>
              <a:ext uri="{FF2B5EF4-FFF2-40B4-BE49-F238E27FC236}">
                <a16:creationId xmlns:a16="http://schemas.microsoft.com/office/drawing/2014/main" id="{8161DF7F-8E20-3867-6BB4-3A4C235ABA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727115">
            <a:off x="6167860" y="5329037"/>
            <a:ext cx="616825" cy="40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276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Joy Gomez</dc:creator>
  <cp:lastModifiedBy>Joy Gomez</cp:lastModifiedBy>
  <cp:revision>1</cp:revision>
  <dcterms:created xsi:type="dcterms:W3CDTF">2025-02-21T22:07:22Z</dcterms:created>
  <dcterms:modified xsi:type="dcterms:W3CDTF">2025-02-22T02:50:27Z</dcterms:modified>
</cp:coreProperties>
</file>