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84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C784-B7EB-3A52-DBF3-4720F5082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15A49-E71D-3183-7855-F2C144675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0517E-2275-E23D-23C5-2A7C85AAE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ABD68-BFCE-89C7-7C30-3616911C7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D37E8-B9DE-AD82-709E-A3F23E20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9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A04E-90EF-5D3F-B0D1-D2C477ED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C3DF7-14CB-C571-700F-DF296DEE8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DBA98-DE7A-A786-41F4-3583A5B35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EEEF2-2AF6-4C15-EE0A-41DCC1C1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3792A-0633-BF45-772E-FFDB6CD6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4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F2A5-DDAA-84E6-E348-6EF9A6B2A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44B71-5258-1472-F62E-55489A64A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08F73-328A-E556-AE0E-2C76CDCB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FA68E-A064-10A0-0903-7FAAB8E67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53024-343C-5163-40F5-3103D459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54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2FAB-0F1B-613F-8C52-0D034766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560CC-4D57-536D-33CE-DF6A8A1F1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D2724-2285-41E8-3263-8E7776844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8969A-33CB-1827-6E66-7DC50CCAE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CE3B7-47DC-2261-A2FB-46A3CCF13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41F12-AD8C-087F-7882-861B48D7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47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208BD-ACFD-C08F-E3BB-E79CECCE9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5495A-629D-B7B1-F74C-E0D82315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F68F2-22B7-56DA-F897-CA4AF470A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7CC77-A4DC-FB6A-5BB7-45156B10F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EB830-1ECE-1E98-6186-62D0A049A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87166-4E69-E5A5-D58A-04912020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868955-7BC7-1079-DD7F-B998F31CF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12D34-18AA-0BE0-5A83-8F317AAE1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5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7D94-1271-3E63-C4B3-2DFCE7F5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8D464-683F-E704-6FED-19B86722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53BE8-8E00-0754-A37F-B6169236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0DB15-F780-8150-0CFC-5791AD27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21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FE39C-64C4-1DCB-A5FE-892BD84C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70BEC5-778F-0DE5-1625-317389B2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917A7-1F93-E32A-9D86-C4CFB7918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23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F6C9B-37EE-AF1C-6756-997CB547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A2F04-CF9D-1D46-CCEA-4890132DA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EC248-EC32-7A35-17BE-B60477311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3A073-A59B-7834-25FC-D419C07CB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DC30E-E3B0-ACFB-2410-599737368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F84D7-8412-F15B-71A4-1DF67954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46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07256-D307-D8CF-4D55-9597B3950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6F073B-2133-E06B-74BD-455F3DB98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11443-F0DD-106F-CD1D-420B2714B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6FAD3-3274-4CD5-AC4C-527503AD3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637EA-6508-434C-DAA0-A7840865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C979A-5DE2-B216-76E0-76D53049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A879A-B9FE-06B8-D343-C3F91413A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774A12-3B1B-BFCE-1248-CB3DC279C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79DC8-A2CB-C371-40B2-0D544B7B4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4EDC9-824B-4132-EBE4-C1654AC83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B5D39-784A-4E0F-2844-B20FE25E6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57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C605C-3D03-2238-C27C-9F5606307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CAD0A-0BB3-7B10-E812-14BC56254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B6C22-78ED-046D-3ADF-95822516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ABF7A-C1BB-6F21-6E6F-48A42C3F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412E9-D773-BE78-934C-BE59394F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7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1E4409-E03A-E68B-D820-1CA0D649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3E3CB-97C9-7919-F6FD-B59533BB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344C9-7B00-FDF3-2941-0301C026A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8E331-F5C6-5F9C-931B-617E48EBB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C14D1-C6F2-16FB-3B0A-CE0FBDCE3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6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2A0564C0-784E-2AB3-7540-37A168C35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38175"/>
            <a:ext cx="2771775" cy="5581650"/>
          </a:xfrm>
          <a:prstGeom prst="rect">
            <a:avLst/>
          </a:prstGeom>
        </p:spPr>
      </p:pic>
      <p:pic>
        <p:nvPicPr>
          <p:cNvPr id="15" name="Picture 14" descr="A cell phone with a map&#10;&#10;AI-generated content may be incorrect.">
            <a:extLst>
              <a:ext uri="{FF2B5EF4-FFF2-40B4-BE49-F238E27FC236}">
                <a16:creationId xmlns:a16="http://schemas.microsoft.com/office/drawing/2014/main" id="{74689B43-E49C-70C9-F0AB-E7A539F50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88" y="338175"/>
            <a:ext cx="2771775" cy="5581650"/>
          </a:xfrm>
          <a:prstGeom prst="rect">
            <a:avLst/>
          </a:prstGeom>
        </p:spPr>
      </p:pic>
      <p:pic>
        <p:nvPicPr>
          <p:cNvPr id="17" name="Picture 16" descr="A screenshot of a phone&#10;&#10;AI-generated content may be incorrect.">
            <a:extLst>
              <a:ext uri="{FF2B5EF4-FFF2-40B4-BE49-F238E27FC236}">
                <a16:creationId xmlns:a16="http://schemas.microsoft.com/office/drawing/2014/main" id="{D52E03B7-5CBB-C3D2-8DC2-2CF482A89A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12" y="338175"/>
            <a:ext cx="2771775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276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2DA8201-6FC4-615B-9C6E-D119BBF7620B}"/>
              </a:ext>
            </a:extLst>
          </p:cNvPr>
          <p:cNvGrpSpPr/>
          <p:nvPr/>
        </p:nvGrpSpPr>
        <p:grpSpPr>
          <a:xfrm>
            <a:off x="2138423" y="0"/>
            <a:ext cx="3168981" cy="6858000"/>
            <a:chOff x="2192852" y="0"/>
            <a:chExt cx="3168981" cy="6858000"/>
          </a:xfrm>
        </p:grpSpPr>
        <p:pic>
          <p:nvPicPr>
            <p:cNvPr id="7" name="Picture 6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952D9B1F-8DDE-FA64-309D-F587EA710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2852" y="0"/>
              <a:ext cx="3168981" cy="6858000"/>
            </a:xfrm>
            <a:prstGeom prst="rect">
              <a:avLst/>
            </a:prstGeom>
          </p:spPr>
        </p:pic>
        <p:pic>
          <p:nvPicPr>
            <p:cNvPr id="5" name="Picture 4" descr="A screenshot of a phone&#10;&#10;AI-generated content may be incorrect.">
              <a:extLst>
                <a:ext uri="{FF2B5EF4-FFF2-40B4-BE49-F238E27FC236}">
                  <a16:creationId xmlns:a16="http://schemas.microsoft.com/office/drawing/2014/main" id="{FCBD0639-8C51-9B29-EBCB-9D6FA0A28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475" r="21489"/>
            <a:stretch/>
          </p:blipFill>
          <p:spPr>
            <a:xfrm>
              <a:off x="2192852" y="2775858"/>
              <a:ext cx="2488006" cy="40821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4671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D2FF34E6-ADDE-005C-F6C9-C6DA5433E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9383" y="0"/>
            <a:ext cx="3168981" cy="68580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68BC3A-2407-7E8F-9951-1F3FF85FA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55" y="0"/>
            <a:ext cx="3168981" cy="6858000"/>
          </a:xfrm>
          <a:prstGeom prst="rect">
            <a:avLst/>
          </a:prstGeom>
        </p:spPr>
      </p:pic>
      <p:pic>
        <p:nvPicPr>
          <p:cNvPr id="9" name="Picture 8" descr="A screenshot of a schedule&#10;&#10;AI-generated content may be incorrect.">
            <a:extLst>
              <a:ext uri="{FF2B5EF4-FFF2-40B4-BE49-F238E27FC236}">
                <a16:creationId xmlns:a16="http://schemas.microsoft.com/office/drawing/2014/main" id="{2CBE6D12-E40A-FD41-6461-96E216CD99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295" y="0"/>
            <a:ext cx="3168981" cy="6858000"/>
          </a:xfrm>
          <a:prstGeom prst="rect">
            <a:avLst/>
          </a:prstGeom>
        </p:spPr>
      </p:pic>
      <p:pic>
        <p:nvPicPr>
          <p:cNvPr id="15" name="Picture 14" descr="A screenshot of a phone&#10;&#10;AI-generated content may be incorrect.">
            <a:extLst>
              <a:ext uri="{FF2B5EF4-FFF2-40B4-BE49-F238E27FC236}">
                <a16:creationId xmlns:a16="http://schemas.microsoft.com/office/drawing/2014/main" id="{825EC964-E484-E8C0-82AD-3C3D1DEA72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097" y="0"/>
            <a:ext cx="3168981" cy="6858000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20777AF2-CC96-B414-A73B-C49BAE4E47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899" y="0"/>
            <a:ext cx="3168981" cy="6858000"/>
          </a:xfrm>
          <a:prstGeom prst="rect">
            <a:avLst/>
          </a:prstGeom>
        </p:spPr>
      </p:pic>
      <p:pic>
        <p:nvPicPr>
          <p:cNvPr id="17" name="Picture 16" descr="A screenshot of a chat&#10;&#10;AI-generated content may be incorrect.">
            <a:extLst>
              <a:ext uri="{FF2B5EF4-FFF2-40B4-BE49-F238E27FC236}">
                <a16:creationId xmlns:a16="http://schemas.microsoft.com/office/drawing/2014/main" id="{CD60F660-2A0C-DDB4-2B6D-44BAA85D70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681" y="0"/>
            <a:ext cx="3168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98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A9B7B753-BB0E-047D-1B35-A336E6306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560" y="0"/>
            <a:ext cx="3168981" cy="6858000"/>
          </a:xfrm>
          <a:prstGeom prst="rect">
            <a:avLst/>
          </a:prstGeom>
        </p:spPr>
      </p:pic>
      <p:pic>
        <p:nvPicPr>
          <p:cNvPr id="9" name="Picture 8" descr="A black signature on a white background&#10;&#10;AI-generated content may be incorrect.">
            <a:extLst>
              <a:ext uri="{FF2B5EF4-FFF2-40B4-BE49-F238E27FC236}">
                <a16:creationId xmlns:a16="http://schemas.microsoft.com/office/drawing/2014/main" id="{229EDAAF-6BEE-A42D-67CB-50B933BEE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924" y="0"/>
            <a:ext cx="3168981" cy="6858000"/>
          </a:xfrm>
          <a:prstGeom prst="rect">
            <a:avLst/>
          </a:prstGeom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D8E6B57B-2DD8-D482-E46D-7593C8F5A7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899" y="0"/>
            <a:ext cx="3168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32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 Gomez</dc:creator>
  <cp:lastModifiedBy>Joy Gomez</cp:lastModifiedBy>
  <cp:revision>3</cp:revision>
  <dcterms:created xsi:type="dcterms:W3CDTF">2025-02-21T22:07:22Z</dcterms:created>
  <dcterms:modified xsi:type="dcterms:W3CDTF">2025-02-22T17:22:29Z</dcterms:modified>
</cp:coreProperties>
</file>